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D650-3A15-443A-B878-38CFEB8982A3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0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82" y="3602075"/>
            <a:ext cx="6287881" cy="27492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" y="6296878"/>
            <a:ext cx="12191999" cy="561122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348740"/>
            <a:ext cx="12192000" cy="2173605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" y="672215"/>
            <a:ext cx="11174288" cy="0"/>
          </a:xfrm>
          <a:prstGeom prst="line">
            <a:avLst/>
          </a:prstGeom>
          <a:ln w="2540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495300" y="953588"/>
            <a:ext cx="11201400" cy="2069647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点击此处添加汇报标题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482600" y="3944938"/>
            <a:ext cx="11214100" cy="680402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</a:p>
        </p:txBody>
      </p:sp>
      <p:sp>
        <p:nvSpPr>
          <p:cNvPr id="9" name="副标题 2"/>
          <p:cNvSpPr txBox="1"/>
          <p:nvPr/>
        </p:nvSpPr>
        <p:spPr>
          <a:xfrm>
            <a:off x="495300" y="46334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0" y="254934"/>
            <a:ext cx="411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XXXXX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答辩，如果不需要可以删除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10" y="228600"/>
            <a:ext cx="1061070" cy="46393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4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gwheels_376015"/>
          <p:cNvSpPr/>
          <p:nvPr/>
        </p:nvSpPr>
        <p:spPr>
          <a:xfrm>
            <a:off x="968833" y="1415499"/>
            <a:ext cx="4224055" cy="4280147"/>
          </a:xfrm>
          <a:custGeom>
            <a:avLst/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482600" y="130175"/>
            <a:ext cx="11214100" cy="621665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b="1" smtClean="0">
                <a:solidFill>
                  <a:schemeClr val="bg1"/>
                </a:solidFill>
              </a:rPr>
              <a:t>2</a:t>
            </a:fld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999113" y="1497515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</a:p>
        </p:txBody>
      </p:sp>
      <p:sp>
        <p:nvSpPr>
          <p:cNvPr id="13" name="矩形 12"/>
          <p:cNvSpPr/>
          <p:nvPr/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999113" y="3320130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32315" y="521103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452793" y="579580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999113" y="516947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700458" y="3804359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4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420936" y="451364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967256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3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>
                <a:solidFill>
                  <a:schemeClr val="bg1"/>
                </a:solidFill>
              </a:rPr>
              <a:t>3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5" name="矩形 4"/>
          <p:cNvSpPr/>
          <p:nvPr/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999113" y="1470788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</a:p>
        </p:txBody>
      </p:sp>
      <p:sp>
        <p:nvSpPr>
          <p:cNvPr id="8" name="矩形 7"/>
          <p:cNvSpPr/>
          <p:nvPr/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99113" y="3320130"/>
            <a:ext cx="40616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32315" y="5211035"/>
            <a:ext cx="559044" cy="584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452793" y="579580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999113" y="5169471"/>
            <a:ext cx="40616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gwheels_376015"/>
          <p:cNvSpPr/>
          <p:nvPr/>
        </p:nvSpPr>
        <p:spPr>
          <a:xfrm>
            <a:off x="968833" y="1415499"/>
            <a:ext cx="4224055" cy="4280147"/>
          </a:xfrm>
          <a:custGeom>
            <a:avLst/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</a:p>
        </p:txBody>
      </p:sp>
      <p:sp>
        <p:nvSpPr>
          <p:cNvPr id="5" name="矩形 4"/>
          <p:cNvSpPr/>
          <p:nvPr/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xxxxx</a:t>
            </a:r>
          </a:p>
        </p:txBody>
      </p:sp>
      <p:sp>
        <p:nvSpPr>
          <p:cNvPr id="8" name="矩形 7"/>
          <p:cNvSpPr/>
          <p:nvPr/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00458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4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20936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67256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标题</a:t>
            </a:r>
            <a:r>
              <a:rPr lang="en-US" altLang="zh-CN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xxxxx</a:t>
            </a:r>
            <a:endParaRPr lang="zh-CN" altLang="en-US" sz="36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1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449"/>
            <a:ext cx="11214100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实施效果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2"/>
          <p:cNvSpPr/>
          <p:nvPr/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对角圆角矩形 80"/>
          <p:cNvSpPr/>
          <p:nvPr/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/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直角三角形 17"/>
          <p:cNvSpPr/>
          <p:nvPr/>
        </p:nvSpPr>
        <p:spPr>
          <a:xfrm>
            <a:off x="3426651" y="1094649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7300655" y="1107656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圆角矩形 2"/>
          <p:cNvSpPr/>
          <p:nvPr/>
        </p:nvSpPr>
        <p:spPr>
          <a:xfrm>
            <a:off x="482600" y="1461911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对角圆角矩形 80"/>
          <p:cNvSpPr/>
          <p:nvPr/>
        </p:nvSpPr>
        <p:spPr>
          <a:xfrm>
            <a:off x="1097799" y="1107656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"/>
          <p:cNvSpPr/>
          <p:nvPr/>
        </p:nvSpPr>
        <p:spPr>
          <a:xfrm>
            <a:off x="4357978" y="1461911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对角圆角矩形 80"/>
          <p:cNvSpPr/>
          <p:nvPr/>
        </p:nvSpPr>
        <p:spPr>
          <a:xfrm>
            <a:off x="4973176" y="1107656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直角三角形 23"/>
          <p:cNvSpPr/>
          <p:nvPr/>
        </p:nvSpPr>
        <p:spPr>
          <a:xfrm>
            <a:off x="11081493" y="1094649"/>
            <a:ext cx="93174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圆角矩形 2"/>
          <p:cNvSpPr/>
          <p:nvPr/>
        </p:nvSpPr>
        <p:spPr>
          <a:xfrm>
            <a:off x="8138816" y="1448904"/>
            <a:ext cx="3557884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对角圆角矩形 80"/>
          <p:cNvSpPr/>
          <p:nvPr/>
        </p:nvSpPr>
        <p:spPr>
          <a:xfrm>
            <a:off x="8754015" y="1094649"/>
            <a:ext cx="2327480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3548104" y="3617146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直角三角形 4"/>
          <p:cNvSpPr/>
          <p:nvPr/>
        </p:nvSpPr>
        <p:spPr>
          <a:xfrm>
            <a:off x="3548104" y="89034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2"/>
          <p:cNvSpPr/>
          <p:nvPr/>
        </p:nvSpPr>
        <p:spPr>
          <a:xfrm>
            <a:off x="482600" y="3993424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2"/>
          <p:cNvSpPr/>
          <p:nvPr/>
        </p:nvSpPr>
        <p:spPr>
          <a:xfrm>
            <a:off x="482600" y="1244600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对角圆角矩形 80"/>
          <p:cNvSpPr/>
          <p:nvPr/>
        </p:nvSpPr>
        <p:spPr>
          <a:xfrm>
            <a:off x="939800" y="890345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角圆角矩形 81"/>
          <p:cNvSpPr/>
          <p:nvPr/>
        </p:nvSpPr>
        <p:spPr>
          <a:xfrm>
            <a:off x="939800" y="3617146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1417363" y="114415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 2"/>
          <p:cNvSpPr/>
          <p:nvPr/>
        </p:nvSpPr>
        <p:spPr>
          <a:xfrm>
            <a:off x="498476" y="1344768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对角圆角矩形 80"/>
          <p:cNvSpPr/>
          <p:nvPr/>
        </p:nvSpPr>
        <p:spPr>
          <a:xfrm>
            <a:off x="745950" y="1072932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1409425" y="296290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 2"/>
          <p:cNvSpPr/>
          <p:nvPr/>
        </p:nvSpPr>
        <p:spPr>
          <a:xfrm>
            <a:off x="490538" y="3163520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对角圆角矩形 80"/>
          <p:cNvSpPr/>
          <p:nvPr/>
        </p:nvSpPr>
        <p:spPr>
          <a:xfrm>
            <a:off x="738012" y="2891684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1401487" y="47816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4982272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对角圆角矩形 80"/>
          <p:cNvSpPr/>
          <p:nvPr/>
        </p:nvSpPr>
        <p:spPr>
          <a:xfrm>
            <a:off x="730074" y="4710436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0" y="4064000"/>
            <a:ext cx="12192000" cy="68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en-US" altLang="zh-CN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</a:p>
        </p:txBody>
      </p:sp>
      <p:sp>
        <p:nvSpPr>
          <p:cNvPr id="12" name="副标题 2"/>
          <p:cNvSpPr txBox="1"/>
          <p:nvPr>
            <p:custDataLst>
              <p:tags r:id="rId2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1MGJjM2NiMjc3NzdhNjgzMjQ5NTVmZTdkODc0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宽屏</PresentationFormat>
  <Paragraphs>75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黑体</vt:lpstr>
      <vt:lpstr>微软雅黑</vt:lpstr>
      <vt:lpstr>Arial</vt:lpstr>
      <vt:lpstr>Arial Black</vt:lpstr>
      <vt:lpstr>Office 主题​​</vt:lpstr>
      <vt:lpstr>点击此处添加汇报标题</vt:lpstr>
      <vt:lpstr>目录1</vt:lpstr>
      <vt:lpstr>目录2</vt:lpstr>
      <vt:lpstr>目录1</vt:lpstr>
      <vt:lpstr>目录2</vt:lpstr>
      <vt:lpstr>小标题处</vt:lpstr>
      <vt:lpstr>小标题处</vt:lpstr>
      <vt:lpstr>小标题处</vt:lpstr>
      <vt:lpstr>小标题处</vt:lpstr>
      <vt:lpstr>小标题处</vt:lpstr>
      <vt:lpstr>小标题处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点击此处添加汇报标题</dc:title>
  <dc:creator>Administrator</dc:creator>
  <cp:lastModifiedBy>TLJ</cp:lastModifiedBy>
  <cp:revision>9</cp:revision>
  <dcterms:created xsi:type="dcterms:W3CDTF">2023-12-02T07:13:00Z</dcterms:created>
  <dcterms:modified xsi:type="dcterms:W3CDTF">2023-12-09T04:25:44Z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1641D4B3E5424F488A6F86CE5C274C66_12</vt:lpwstr>
  </property>
  <property fmtid="{D5CDD505-2E9C-101B-9397-08002B2CF9AE}" pid="3" name="KSOProductBuildVer">
    <vt:lpwstr>2052-12.1.0.15990</vt:lpwstr>
  </property>
</Properties>
</file>