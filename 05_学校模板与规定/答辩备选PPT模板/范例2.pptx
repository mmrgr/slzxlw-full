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CACA"/>
    <a:srgbClr val="0053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.xml"/><Relationship Id="rId9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1.xml"/><Relationship Id="rId7" Type="http://schemas.openxmlformats.org/officeDocument/2006/relationships/image" Target="../media/image2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0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2.xml"/><Relationship Id="rId9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5.xml"/><Relationship Id="rId7" Type="http://schemas.openxmlformats.org/officeDocument/2006/relationships/image" Target="../media/image2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r="15556"/>
          <a:stretch>
            <a:fillRect/>
          </a:stretch>
        </p:blipFill>
        <p:spPr>
          <a:xfrm>
            <a:off x="3505200" y="0"/>
            <a:ext cx="8686800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487" y="1725612"/>
            <a:ext cx="5857875" cy="2238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rcRect b="78524"/>
          <a:stretch>
            <a:fillRect/>
          </a:stretch>
        </p:blipFill>
        <p:spPr>
          <a:xfrm>
            <a:off x="-2238375" y="4501515"/>
            <a:ext cx="16621125" cy="2356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l="55133" t="20005" b="20638"/>
          <a:stretch>
            <a:fillRect/>
          </a:stretch>
        </p:blipFill>
        <p:spPr>
          <a:xfrm>
            <a:off x="0" y="0"/>
            <a:ext cx="525653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r="16303"/>
          <a:stretch>
            <a:fillRect/>
          </a:stretch>
        </p:blipFill>
        <p:spPr>
          <a:xfrm>
            <a:off x="3582670" y="0"/>
            <a:ext cx="8609330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-2166751" y="2470775"/>
            <a:ext cx="12587101" cy="1967250"/>
            <a:chOff x="-3102639" y="2429933"/>
            <a:chExt cx="13906103" cy="2417851"/>
          </a:xfrm>
        </p:grpSpPr>
        <p:grpSp>
          <p:nvGrpSpPr>
            <p:cNvPr id="11" name="组合 10"/>
            <p:cNvGrpSpPr/>
            <p:nvPr/>
          </p:nvGrpSpPr>
          <p:grpSpPr>
            <a:xfrm>
              <a:off x="-3102639" y="2976650"/>
              <a:ext cx="13460938" cy="1871134"/>
              <a:chOff x="-1483390" y="2648455"/>
              <a:chExt cx="13460938" cy="1871134"/>
            </a:xfrm>
            <a:solidFill>
              <a:srgbClr val="C9CACA"/>
            </a:solidFill>
          </p:grpSpPr>
          <p:sp>
            <p:nvSpPr>
              <p:cNvPr id="12" name="矩形 11"/>
              <p:cNvSpPr/>
              <p:nvPr>
                <p:custDataLst>
                  <p:tags r:id="rId5"/>
                </p:custDataLst>
              </p:nvPr>
            </p:nvSpPr>
            <p:spPr>
              <a:xfrm>
                <a:off x="-1483390" y="2648455"/>
                <a:ext cx="12584642" cy="18711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>
                <p:custDataLst>
                  <p:tags r:id="rId6"/>
                </p:custDataLst>
              </p:nvPr>
            </p:nvSpPr>
            <p:spPr>
              <a:xfrm>
                <a:off x="10136050" y="2648455"/>
                <a:ext cx="1841498" cy="187113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-2657475" y="2429933"/>
              <a:ext cx="13460939" cy="1871134"/>
              <a:chOff x="-1476375" y="2429933"/>
              <a:chExt cx="13460939" cy="1871134"/>
            </a:xfrm>
          </p:grpSpPr>
          <p:sp>
            <p:nvSpPr>
              <p:cNvPr id="5" name="矩形 4"/>
              <p:cNvSpPr/>
              <p:nvPr>
                <p:custDataLst>
                  <p:tags r:id="rId3"/>
                </p:custDataLst>
              </p:nvPr>
            </p:nvSpPr>
            <p:spPr>
              <a:xfrm>
                <a:off x="-1476375" y="2429933"/>
                <a:ext cx="12584642" cy="1871134"/>
              </a:xfrm>
              <a:prstGeom prst="rect">
                <a:avLst/>
              </a:prstGeom>
              <a:solidFill>
                <a:srgbClr val="0053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>
                <p:custDataLst>
                  <p:tags r:id="rId4"/>
                </p:custDataLst>
              </p:nvPr>
            </p:nvSpPr>
            <p:spPr>
              <a:xfrm>
                <a:off x="10143066" y="2429933"/>
                <a:ext cx="1841498" cy="1871134"/>
              </a:xfrm>
              <a:prstGeom prst="ellipse">
                <a:avLst/>
              </a:prstGeom>
              <a:solidFill>
                <a:srgbClr val="0053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pic>
        <p:nvPicPr>
          <p:cNvPr id="15" name="图片 1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971" y="2734310"/>
            <a:ext cx="1114789" cy="995348"/>
          </a:xfrm>
          <a:prstGeom prst="rect">
            <a:avLst/>
          </a:prstGeom>
        </p:spPr>
      </p:pic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1092200" y="2686050"/>
            <a:ext cx="45719" cy="1049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t="10218" b="13993"/>
          <a:stretch>
            <a:fillRect/>
          </a:stretch>
        </p:blipFill>
        <p:spPr>
          <a:xfrm>
            <a:off x="5550535" y="0"/>
            <a:ext cx="6641465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t="11977" r="22068" b="48681"/>
          <a:stretch>
            <a:fillRect/>
          </a:stretch>
        </p:blipFill>
        <p:spPr>
          <a:xfrm>
            <a:off x="5389880" y="0"/>
            <a:ext cx="6802755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ctrTitle" idx="4294967295"/>
          </p:nvPr>
        </p:nvSpPr>
        <p:spPr>
          <a:xfrm>
            <a:off x="628650" y="1622425"/>
            <a:ext cx="6096000" cy="157162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12" name="副标题 2"/>
          <p:cNvSpPr>
            <a:spLocks noGrp="1"/>
          </p:cNvSpPr>
          <p:nvPr>
            <p:ph type="subTitle" idx="4294967295"/>
          </p:nvPr>
        </p:nvSpPr>
        <p:spPr>
          <a:xfrm>
            <a:off x="704850" y="3383915"/>
            <a:ext cx="2482215" cy="68072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35" y="3566795"/>
            <a:ext cx="1313180" cy="11715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179195" y="3074670"/>
            <a:ext cx="127762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23620" y="1961515"/>
            <a:ext cx="1569085" cy="1100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613760" y="2201091"/>
            <a:ext cx="2891247" cy="1522693"/>
            <a:chOff x="6035039" y="1512410"/>
            <a:chExt cx="2891247" cy="1522693"/>
          </a:xfrm>
        </p:grpSpPr>
        <p:sp>
          <p:nvSpPr>
            <p:cNvPr id="13" name="文本框 12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第一部分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627893" y="2201091"/>
            <a:ext cx="2891247" cy="1522693"/>
            <a:chOff x="6035039" y="1512410"/>
            <a:chExt cx="2891247" cy="1522693"/>
          </a:xfrm>
        </p:grpSpPr>
        <p:sp>
          <p:nvSpPr>
            <p:cNvPr id="18" name="文本框 17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02 第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二</a:t>
              </a: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13760" y="3784358"/>
            <a:ext cx="2891247" cy="1522693"/>
            <a:chOff x="6035039" y="1512410"/>
            <a:chExt cx="2891247" cy="1522693"/>
          </a:xfrm>
        </p:grpSpPr>
        <p:sp>
          <p:nvSpPr>
            <p:cNvPr id="21" name="文本框 20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 第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三</a:t>
              </a: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627893" y="3784358"/>
            <a:ext cx="2891247" cy="1522693"/>
            <a:chOff x="6035039" y="1512410"/>
            <a:chExt cx="2891247" cy="1522693"/>
          </a:xfrm>
        </p:grpSpPr>
        <p:sp>
          <p:nvSpPr>
            <p:cNvPr id="24" name="文本框 23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04 第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四</a:t>
              </a: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971" y="2734310"/>
            <a:ext cx="1114789" cy="99534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92200" y="2686050"/>
            <a:ext cx="45719" cy="1049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257792" y="2865376"/>
            <a:ext cx="6864349" cy="733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点击此处添加标题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257792" y="3932324"/>
            <a:ext cx="465405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xxxxxxxxxxxxxxxxxxxxxxxxxxxxxxxxxxxxxxxxxxxxxxxxxxxxxxxxxxxxxxxxxxxxxxxxxxxxxxxxxxxxxxxxxxxxxxxxxxxxxx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193800" y="1860550"/>
            <a:ext cx="1377950" cy="5715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193800" y="2355850"/>
            <a:ext cx="2851150" cy="3448050"/>
            <a:chOff x="1193800" y="2355850"/>
            <a:chExt cx="2851150" cy="3448050"/>
          </a:xfrm>
        </p:grpSpPr>
        <p:sp>
          <p:nvSpPr>
            <p:cNvPr id="3" name="圆角矩形 2"/>
            <p:cNvSpPr/>
            <p:nvPr/>
          </p:nvSpPr>
          <p:spPr>
            <a:xfrm>
              <a:off x="1193800" y="2355850"/>
              <a:ext cx="2851150" cy="3448050"/>
            </a:xfrm>
            <a:prstGeom prst="roundRect">
              <a:avLst>
                <a:gd name="adj" fmla="val 3749"/>
              </a:avLst>
            </a:prstGeom>
            <a:solidFill>
              <a:srgbClr val="005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619251" y="2962485"/>
              <a:ext cx="2000249" cy="42841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点击此处添加汇报标题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584571" y="3513224"/>
              <a:ext cx="2069608" cy="118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</a:rPr>
                <a:t>xxxxxxxxxxxxxxxxxxxxxxxxxxxxxxxxxxxxxxxxxxxxxxxxxxxxxxxxxxxxxxxxxxxxxxxxxxxxxxxxxxxxxxxxxxxxxxxxxxxxxx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683125" y="2355850"/>
            <a:ext cx="2851150" cy="3448050"/>
            <a:chOff x="1193800" y="2355850"/>
            <a:chExt cx="2851150" cy="3448050"/>
          </a:xfrm>
        </p:grpSpPr>
        <p:sp>
          <p:nvSpPr>
            <p:cNvPr id="24" name="圆角矩形 23"/>
            <p:cNvSpPr/>
            <p:nvPr/>
          </p:nvSpPr>
          <p:spPr>
            <a:xfrm>
              <a:off x="1193800" y="2355850"/>
              <a:ext cx="2851150" cy="3448050"/>
            </a:xfrm>
            <a:prstGeom prst="roundRect">
              <a:avLst>
                <a:gd name="adj" fmla="val 0"/>
              </a:avLst>
            </a:prstGeom>
            <a:solidFill>
              <a:srgbClr val="C9CA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619251" y="2962485"/>
              <a:ext cx="2000249" cy="42841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点击此处添加汇报标题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584571" y="3513224"/>
              <a:ext cx="2069608" cy="118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172450" y="2355850"/>
            <a:ext cx="2851150" cy="3448050"/>
            <a:chOff x="1193800" y="2355850"/>
            <a:chExt cx="2851150" cy="3448050"/>
          </a:xfrm>
        </p:grpSpPr>
        <p:sp>
          <p:nvSpPr>
            <p:cNvPr id="28" name="圆角矩形 27"/>
            <p:cNvSpPr/>
            <p:nvPr/>
          </p:nvSpPr>
          <p:spPr>
            <a:xfrm>
              <a:off x="1193800" y="2355850"/>
              <a:ext cx="2851150" cy="3448050"/>
            </a:xfrm>
            <a:prstGeom prst="roundRect">
              <a:avLst>
                <a:gd name="adj" fmla="val 0"/>
              </a:avLst>
            </a:prstGeom>
            <a:solidFill>
              <a:srgbClr val="C9CA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1619251" y="2962485"/>
              <a:ext cx="2000249" cy="42841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点击此处添加汇报标题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84571" y="3513224"/>
              <a:ext cx="2069608" cy="118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413" y="5568950"/>
            <a:ext cx="199312" cy="177957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963" y="5568950"/>
            <a:ext cx="199312" cy="177957"/>
          </a:xfrm>
          <a:prstGeom prst="rect">
            <a:avLst/>
          </a:prstGeom>
        </p:spPr>
      </p:pic>
      <p:sp>
        <p:nvSpPr>
          <p:cNvPr id="2" name="标题 1"/>
          <p:cNvSpPr txBox="1"/>
          <p:nvPr>
            <p:custDataLst>
              <p:tags r:id="rId1"/>
            </p:custDataLst>
          </p:nvPr>
        </p:nvSpPr>
        <p:spPr>
          <a:xfrm>
            <a:off x="1117601" y="1228935"/>
            <a:ext cx="4063999" cy="536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5375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 txBox="1"/>
          <p:nvPr/>
        </p:nvSpPr>
        <p:spPr>
          <a:xfrm>
            <a:off x="1117601" y="1228935"/>
            <a:ext cx="4063999" cy="536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5375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20" name="矩形 19"/>
          <p:cNvSpPr/>
          <p:nvPr/>
        </p:nvSpPr>
        <p:spPr>
          <a:xfrm>
            <a:off x="1193800" y="1860550"/>
            <a:ext cx="1377950" cy="5715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95400" y="2286000"/>
            <a:ext cx="4711700" cy="1657350"/>
          </a:xfrm>
          <a:prstGeom prst="rect">
            <a:avLst/>
          </a:prstGeom>
          <a:blipFill dpi="0" rotWithShape="1">
            <a:blip r:embed="rId2"/>
            <a:srcRect/>
            <a:stretch>
              <a:fillRect t="-17000" b="-3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6116790" y="2286000"/>
            <a:ext cx="4711700" cy="1657350"/>
          </a:xfrm>
          <a:prstGeom prst="rect">
            <a:avLst/>
          </a:prstGeom>
          <a:solidFill>
            <a:srgbClr val="C9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116790" y="4073525"/>
            <a:ext cx="4711700" cy="165735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295400" y="4073525"/>
            <a:ext cx="4711700" cy="1657350"/>
          </a:xfrm>
          <a:prstGeom prst="rect">
            <a:avLst/>
          </a:prstGeom>
          <a:solidFill>
            <a:srgbClr val="C9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6340476" y="2524335"/>
            <a:ext cx="2000249" cy="42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340476" y="2890087"/>
            <a:ext cx="41052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xxxxxxxxxxxxxxxxxxxxxxxxxxxxxxxxxxxxxxxxxxxxxxxxxxxxxxxxxxxxxxxxxxxxxxxxxxxxxxxxxxxxxxxxxxxxxxxxxxxxxx</a:t>
            </a:r>
            <a:endParaRPr lang="zh-CN" altLang="en-US" sz="1400" dirty="0"/>
          </a:p>
        </p:txBody>
      </p:sp>
      <p:sp>
        <p:nvSpPr>
          <p:cNvPr id="37" name="标题 1"/>
          <p:cNvSpPr txBox="1"/>
          <p:nvPr/>
        </p:nvSpPr>
        <p:spPr>
          <a:xfrm>
            <a:off x="1571625" y="4311650"/>
            <a:ext cx="2000249" cy="42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571625" y="4677402"/>
            <a:ext cx="41052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xxxxxxxxxxxxxxxxxxxxxxxxxxxxxxxxxxxxxxxxxxxxxxxxxxxxxxxxxxxxxxxxxxxxxxxxxxxxxxxxxxxxxxxxxxxxxxxxxxxxxx</a:t>
            </a:r>
            <a:endParaRPr lang="zh-CN" altLang="en-US" sz="1400" dirty="0"/>
          </a:p>
        </p:txBody>
      </p:sp>
      <p:sp>
        <p:nvSpPr>
          <p:cNvPr id="39" name="标题 1"/>
          <p:cNvSpPr txBox="1"/>
          <p:nvPr/>
        </p:nvSpPr>
        <p:spPr>
          <a:xfrm>
            <a:off x="6391275" y="4311650"/>
            <a:ext cx="2000249" cy="42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391275" y="4677402"/>
            <a:ext cx="41052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xxxxxxxxxxxxxxxxxxxxxxxxxxxxxxxxxxxxxxxxxxxxxxxxxxxxxxxxxxxxxxxxxxxxxxxxxxxxxxxxxxxxxxxxxxxxxxxxxxxxxx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E1MGJjM2NiMjc3NzdhNjgzMjQ5NTVmZTdkODc0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宽屏</PresentationFormat>
  <Paragraphs>27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点击此处添加汇报标题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TLJ</cp:lastModifiedBy>
  <cp:revision>19</cp:revision>
  <dcterms:created xsi:type="dcterms:W3CDTF">2023-12-02T07:32:00Z</dcterms:created>
  <dcterms:modified xsi:type="dcterms:W3CDTF">2023-12-09T04:25:28Z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8F4B74BE8CE04CF698A4C44229EAAE38_13</vt:lpwstr>
  </property>
  <property fmtid="{D5CDD505-2E9C-101B-9397-08002B2CF9AE}" pid="3" name="KSOProductBuildVer">
    <vt:lpwstr>2052-12.1.0.15990</vt:lpwstr>
  </property>
</Properties>
</file>